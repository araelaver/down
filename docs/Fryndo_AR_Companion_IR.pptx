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Fryndo AR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언어가 달라도 함께 여행하는 AR 동행 서비스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754880"/>
            <a:ext cx="36576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2026 예비창업패키지 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발표자: [이름]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1.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2. 솔루션 &amp; 핵심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3. 사용자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4. 데모 시연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852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5. 기존 MVP 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6. 시장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7. 경쟁력 &amp; 비즈니스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8. 팀 &amp; 로드맵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9. 자금 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52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12121"/>
                </a:solidFill>
              </a:defRPr>
            </a:pPr>
            <a:r>
              <a:t>10. 리스크 대응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문제 정의 ①  언어 장벽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57575"/>
                </a:solidFill>
              </a:defRPr>
            </a:pPr>
            <a:r>
              <a:t>해외여행 중 외국인과 함께하게 되면...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4114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12121"/>
                </a:solidFill>
              </a:defRPr>
            </a:pPr>
            <a:r>
              <a:t>🗣️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대화 단절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3566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말이 안 통해서</a:t>
            </a:r>
            <a:br/>
            <a:r>
              <a:t>어색한 침묵이 계속됨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194560"/>
            <a:ext cx="4114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4688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12121"/>
                </a:solidFill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108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번역 앱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3566160"/>
            <a:ext cx="3566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1:1만 지원</a:t>
            </a:r>
            <a:br/>
            <a:r>
              <a:t>3명 이상 그룹은 불가능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194560"/>
            <a:ext cx="4114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4688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12121"/>
                </a:solidFill>
              </a:defRPr>
            </a:pPr>
            <a: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108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시간 낭비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566160"/>
            <a:ext cx="35661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일일이 번역하느라</a:t>
            </a:r>
            <a:br/>
            <a:r>
              <a:t>여행을 제대로 못 즐김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303520"/>
            <a:ext cx="1097280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💬 실제 여행자 후기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943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"일본인, 미국인이랑 같이 여행했는데 번역 앱으로 한 명씩 말해야 해서 너무 불편했어요.</a:t>
            </a:r>
            <a:br/>
            <a:r>
              <a:t>그룹 대화가 되는 앱이 있으면 좋겠다고 생각했어요."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문제 정의 ②  만남 &amp; 길찾기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</a:defRPr>
            </a:pPr>
            <a:r>
              <a:t>🤝 동행자 만남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약속 장소에 도착했는데 서로 못 찾음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사람 많은 곳에서 전화해도 설명 어려움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외모 특징 설명하기 난감 (외국인끼리)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30분 이상 헤매다 지침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2121"/>
                </a:solidFill>
              </a:defRPr>
            </a:pPr>
            <a:r>
              <a:t>🗺️ 낯선 도시 길찾기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지도 앱 보느라 고개 숙이고 걸음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주변 풍경을 제대로 못 봄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동행자들이 뿔뿔이 흩어짐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여행의 즐거움 반감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2801600" cy="1828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722"/>
                </a:solidFill>
              </a:defRPr>
            </a:pPr>
            <a:r>
              <a:t>⚠️ 기존 솔루션의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0350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12121"/>
                </a:solidFill>
              </a:defRPr>
            </a:pPr>
            <a:r>
              <a:t>번역 앱: 1:1만 지원  |  지도 앱: 화면 계속 봐야 함  |  여행 앱: 기능이 분리됨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Fryndo AR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여행 동행의 모든 문제를 AR로 해결합니다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12121"/>
                </a:solidFill>
              </a:defRPr>
            </a:pPr>
            <a:r>
              <a:t>🗣️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62FF"/>
                </a:solidFill>
              </a:defRPr>
            </a:pPr>
            <a:r>
              <a:t>그룹 번역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3명 이상</a:t>
            </a:r>
            <a:br/>
            <a:r>
              <a:t>실시간 번역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5720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12121"/>
                </a:solidFill>
              </a:defRPr>
            </a:pPr>
            <a: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62FF"/>
                </a:solidFill>
              </a:defRPr>
            </a:pPr>
            <a:r>
              <a:t>AR 찾기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943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동행자 위치</a:t>
            </a:r>
            <a:br/>
            <a:r>
              <a:t>AR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457200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212121"/>
                </a:solidFill>
              </a:defRPr>
            </a:pPr>
            <a:r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62FF"/>
                </a:solidFill>
              </a:defRPr>
            </a:pPr>
            <a:r>
              <a:t>AR 길안내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5943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화살표로</a:t>
            </a:r>
            <a:br/>
            <a:r>
              <a:t>직관적 안내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핵심 기능 ①  실시간 그룹 번역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962FF"/>
                </a:solidFill>
              </a:defRPr>
            </a:pPr>
            <a:r>
              <a:t>3명 이상 다국어 동시 번역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음성 인식 → 텍스트 → 번역 → 자막 표시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한국어, 영어, 일본어, 중국어 등 20개 언어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그룹 채팅방에서 각자 모국어로 표시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음성 + 텍스트 동시 지원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오프라인 모드 지원 (향후)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57575"/>
                </a:solidFill>
              </a:defRPr>
            </a:pPr>
            <a:r>
              <a:t>사용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</a:defRPr>
            </a:pPr>
            <a:r>
              <a:t>음성인식: Whisper API  |  번역: DeepL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5943600" cy="54864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💬 그룹 채팅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🇺🇸 Mike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88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Let's grab some ramen!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962FF"/>
                </a:solidFill>
              </a:defRPr>
            </a:pPr>
            <a:r>
              <a:t>→ 라멘 먹으러 가자!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🇯🇵 Yuki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いいね！この近くにおいしい店がある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962FF"/>
                </a:solidFill>
              </a:defRPr>
            </a:pPr>
            <a:r>
              <a:t>→ 좋아! 이 근처에 맛있는 집 있어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🇰🇷 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1663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좋아요! 어디로 가면 돼요?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962FF"/>
                </a:solidFill>
              </a:defRPr>
            </a:pPr>
            <a:r>
              <a:t>→ Where should we go?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핵심 기능 ②  AR 동행자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62FF"/>
                </a:solidFill>
              </a:defRPr>
            </a:pPr>
            <a:r>
              <a:t>카메라로 주변 스캔, 동행자 위치 AR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스마트폰 카메라로 주변 스캔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동행자 프로필 + 거리 AR 오버레이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"3시 방향 15m" 직관적 표시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GPS + 블루투스 기반 정확한 위치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프로필 사진으로 쉽게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57575"/>
                </a:solidFill>
              </a:defRPr>
            </a:pPr>
            <a:r>
              <a:t>사용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</a:defRPr>
            </a:pPr>
            <a:r>
              <a:t>약속 장소 도착 → 앱 실행 → 카메라 스캔 → 동행자 발견!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5943600" cy="5486400"/>
          </a:xfrm>
          <a:prstGeom prst="roundRect">
            <a:avLst/>
          </a:prstGeom>
          <a:solidFill>
            <a:srgbClr val="323232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📷 AR 카메라 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200400"/>
            <a:ext cx="2286000" cy="137160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🇺🇸 Mike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15m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3시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※ 실제 카메라 영상 위에 AR 정보가 오버레이됩니다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핵심 기능 ③  AR 길안내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62FF"/>
                </a:solidFill>
              </a:defRPr>
            </a:pPr>
            <a:r>
              <a:t>화면에 화살표, 지도 안 봐도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카메라 화면에 방향 화살표 오버레이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목적지까지 남은 거리 실시간 표시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동행자 위치도 함께 표시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그룹 전체가 같은 목적지 공유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음성 안내 병행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57575"/>
                </a:solidFill>
              </a:defRPr>
            </a:pPr>
            <a:r>
              <a:t>기존 지도 앱 대비 장점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AF50"/>
                </a:solidFill>
              </a:defRPr>
            </a:pPr>
            <a:r>
              <a:t>고개 안 숙여도 됨 → 주변 풍경 즐기면서 이동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5943600" cy="5486400"/>
          </a:xfrm>
          <a:prstGeom prst="roundRect">
            <a:avLst/>
          </a:prstGeom>
          <a:solidFill>
            <a:srgbClr val="3C3C3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🧭 AR 내비게이션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0">
                <a:solidFill>
                  <a:srgbClr val="4CAF50"/>
                </a:solidFill>
              </a:defRPr>
            </a:pPr>
            <a:r>
              <a:t>⬆️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502920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🍜 이치란 라멘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직진 200m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사용자 시나리오: 도쿄 여행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매칭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한국인 A, 미국인 B,</a:t>
            </a:r>
            <a:br/>
            <a:r>
              <a:t>일본인 C가 Fryndo로</a:t>
            </a:r>
            <a:br/>
            <a:r>
              <a:t>동행 매칭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만남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시부야역 하치코 앞</a:t>
            </a:r>
            <a:br/>
            <a:r>
              <a:t>약속, AR로 서로</a:t>
            </a:r>
            <a:br/>
            <a:r>
              <a:t>쉽게 찾음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3개 국어 실시간</a:t>
            </a:r>
            <a:br/>
            <a:r>
              <a:t>번역으로 자연스럽게</a:t>
            </a:r>
            <a:br/>
            <a:r>
              <a:t>대화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2011680"/>
            <a:ext cx="640080" cy="6400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AR 길안내로</a:t>
            </a:r>
            <a:br/>
            <a:r>
              <a:t>라멘집까지</a:t>
            </a:r>
            <a:br/>
            <a:r>
              <a:t>함께 이동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00" y="2011680"/>
            <a:ext cx="640080" cy="64008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여행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3383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언어 장벽 없이</a:t>
            </a:r>
            <a:br/>
            <a:r>
              <a:t>즐거운 여행</a:t>
            </a:r>
            <a:br/>
            <a:r>
              <a:t>완성!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03520"/>
            <a:ext cx="12801600" cy="1828800"/>
          </a:xfrm>
          <a:prstGeom prst="roundRect">
            <a:avLst/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4864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62FF"/>
                </a:solidFill>
              </a:defRPr>
            </a:pPr>
            <a:r>
              <a:t>💡 핵심 가치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12121"/>
                </a:solidFill>
              </a:defRPr>
            </a:pPr>
            <a:r>
              <a:t>처음 만난 외국인과도 오랜 친구처럼 여행할 수 있는 경험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757575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🎬 데모 영상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114800"/>
            <a:ext cx="7315200" cy="18288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▶️  45초 데모 영상 삽입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그룹 번역 → AR 동행자 찾기 → AR 길안내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※ 현재 개발 중이며, 목업 기반 데모입니다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기존 Fryndo MVP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62FF"/>
                </a:solidFill>
              </a:defRPr>
            </a:pPr>
            <a:r>
              <a:t>이미 검증된 동행 매칭 MVP 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여행 동행자 매칭 기능 구현 완료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실시간 채팅 기능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여행 일정 공유 기능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React Native 크로스플랫폼 앱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Node.js 백엔드 (Koyeb 배포)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64008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✅ MVP 개발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• 핵심 기능 개발 완료</a:t>
            </a:r>
            <a:br/>
            <a:r>
              <a:t>• 내부 테스트 진행 중</a:t>
            </a:r>
            <a:br/>
            <a:r>
              <a:t>• AR 기능 확장 준비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121"/>
                </a:solidFill>
              </a:defRPr>
            </a:pPr>
            <a:r>
              <a:t>📱 Fryndo MVP 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94560"/>
            <a:ext cx="18288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동행 매칭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[스크린샷]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194560"/>
            <a:ext cx="18288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채팅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[스크린샷]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95760" y="2194560"/>
            <a:ext cx="18288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일정 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[스크린샷]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217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※ 실제 앱 스크린샷으로 교체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기술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3657600" cy="109728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Fryndo AR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React Native + 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383280"/>
            <a:ext cx="365760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🖥️ Fryndo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Node.js (Koyeb)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383280"/>
            <a:ext cx="256032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🗣️ 번역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DeepL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846320"/>
            <a:ext cx="256032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🎤 음성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Whisper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3383280"/>
            <a:ext cx="256032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🗺️ 지도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Google Maps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4846320"/>
            <a:ext cx="256032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4937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📍 위치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</a:defRPr>
            </a:pPr>
            <a:r>
              <a:t>GPS/BLE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Frontend: React Native  |  AR: ARCore/ARKit  |  Backend: Node.js  |  Infra: Koyeb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시장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🌍 TAM (전체 시장)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</a:defRPr>
            </a:pPr>
            <a:r>
              <a:t>글로벌 해외여행자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</a:defRPr>
            </a:pPr>
            <a:r>
              <a:t>15억 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출처: UNWTO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🇰🇷 SAM (유효 시장)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</a:defRPr>
            </a:pPr>
            <a:r>
              <a:t>한국 출국 + 방한 외국인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</a:defRPr>
            </a:pPr>
            <a:r>
              <a:t>4,500만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출처: 한국관광공사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🎯 SOM (목표 시장)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</a:defRPr>
            </a:pPr>
            <a:r>
              <a:t>다국적 그룹 여행자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5722"/>
                </a:solidFill>
              </a:defRPr>
            </a:pPr>
            <a:r>
              <a:t>100만 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연간 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자체 추정치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316736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548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121"/>
                </a:solidFill>
              </a:defRPr>
            </a:pPr>
            <a:r>
              <a:t>📈 시장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2FF"/>
                </a:solidFill>
              </a:defRPr>
            </a:pPr>
            <a:r>
              <a:t>✓ 해외여행 폭발적 회복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60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2024년 한국인 출국 2,800만 명</a:t>
            </a:r>
            <a:br/>
            <a:r>
              <a:t>(한국관광공사)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2FF"/>
                </a:solidFill>
              </a:defRPr>
            </a:pPr>
            <a:r>
              <a:t>✓ 다국적 여행 증가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760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SNS 기반 글로벌 친구 만들기</a:t>
            </a:r>
            <a:br/>
            <a:r>
              <a:t>트렌드 확산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2FF"/>
                </a:solidFill>
              </a:defRPr>
            </a:pPr>
            <a:r>
              <a:t>✓ AR 기술 대중화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760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</a:defRPr>
            </a:pPr>
            <a:r>
              <a:t>iOS/Android 기기 90%+</a:t>
            </a:r>
            <a:br/>
            <a:r>
              <a:t>AR 지원 (Apple/Google)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경쟁력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Google</a:t>
            </a:r>
            <a:br/>
            <a:r>
              <a:t>번역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Papago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트리플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62FF"/>
                </a:solidFill>
              </a:defRPr>
            </a:pPr>
            <a:r>
              <a:t>Fryndo</a:t>
            </a:r>
            <a:br/>
            <a:r>
              <a:t>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3167360" cy="18288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그룹 번역 (3명+)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실시간 음성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AR 기능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동행 매칭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여행 일정 공유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2121"/>
                </a:solidFill>
              </a:defRPr>
            </a:pPr>
            <a:r>
              <a:t>위치 공유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107"/>
                </a:solidFill>
              </a:defRPr>
            </a:pPr>
            <a:r>
              <a:t>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</a:defRPr>
            </a:pPr>
            <a:r>
              <a:t>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943600"/>
            <a:ext cx="1316736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6126480"/>
            <a:ext cx="1234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🏆 핵심 차별점: 번역 앱도, 여행 앱도 아닌 '다국적 동행 특화 플랫폼' + AR 기술의 유일한 결합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비즈니스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2121"/>
                </a:solidFill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12121"/>
                </a:solidFill>
              </a:defRPr>
            </a:pPr>
            <a:r>
              <a:t>₩0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757575"/>
                </a:solidFill>
              </a:defRPr>
            </a:pPr>
            <a:r>
              <a:t>• 월 30분 번역</a:t>
            </a:r>
          </a:p>
          <a:p>
            <a:pPr>
              <a:spcAft>
                <a:spcPts val="1200"/>
              </a:spcAft>
              <a:defRPr sz="1500">
                <a:solidFill>
                  <a:srgbClr val="757575"/>
                </a:solidFill>
              </a:defRPr>
            </a:pPr>
            <a:r>
              <a:t>• 기본 AR 기능</a:t>
            </a:r>
          </a:p>
          <a:p>
            <a:pPr>
              <a:spcAft>
                <a:spcPts val="1200"/>
              </a:spcAft>
              <a:defRPr sz="1500">
                <a:solidFill>
                  <a:srgbClr val="757575"/>
                </a:solidFill>
              </a:defRPr>
            </a:pPr>
            <a:r>
              <a:t>• 동행 매칭 3회/월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4114800" cy="292608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₩9,900/월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8346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✓ 무제한 번역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✓ 전체 AR 기능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✓ 무제한 매칭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645920"/>
            <a:ext cx="3657600" cy="29260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B2B (향후)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194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별도 협의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여행사 제휴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관광청 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📊 1년차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앱 다운로드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10,000회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활성 사용자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1,000명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유료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100명 (10%)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월 매출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₩990,000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팀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640080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👤 대표 /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React Native / Node.js 풀스택 개발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Fryndo MVP 단독 개발 완료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5~10년차 소프트웨어 엔지니어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스타트업 개발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🤝 협업 파트너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2FF"/>
                </a:solidFill>
              </a:defRPr>
            </a:pPr>
            <a:r>
              <a:t>AR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전문 외주 협업 예정</a:t>
            </a:r>
            <a:br/>
            <a:r>
              <a:t>(ARCore/ARKit 경험자)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2FF"/>
                </a:solidFill>
              </a:defRPr>
            </a:pPr>
            <a:r>
              <a:t>UI/UX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36576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크몽/숨고 활용</a:t>
            </a:r>
            <a:br/>
            <a:r>
              <a:t>(여행 앱 포트폴리오)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2FF"/>
                </a:solidFill>
              </a:defRPr>
            </a:pPr>
            <a:r>
              <a:t>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5029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베타 테스트 시</a:t>
            </a:r>
            <a:br/>
            <a:r>
              <a:t>프리랜서 활용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69280"/>
            <a:ext cx="12801600" cy="1371600"/>
          </a:xfrm>
          <a:prstGeom prst="roundRect">
            <a:avLst/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62FF"/>
                </a:solidFill>
              </a:defRPr>
            </a:pPr>
            <a:r>
              <a:t>💪 팀 강점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3093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12121"/>
                </a:solidFill>
              </a:defRPr>
            </a:pPr>
            <a:r>
              <a:t>이미 개발된 Fryndo MVP 보유  |  빠른 실행력  |  린 스타트업 방식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1년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73152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Q1 (1~3월)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기반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AR 모듈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API 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기존 앱 통합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2004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Q2 (4~6월)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MVP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핵심 3기능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내부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버그 수정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645920"/>
            <a:ext cx="3200400" cy="73152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Q3 (7~9월)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베타 테스트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테스터 100명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실제 여행 테스트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피드백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0" y="1645920"/>
            <a:ext cx="3200400" cy="731520"/>
          </a:xfrm>
          <a:prstGeom prst="roundRect">
            <a:avLst/>
          </a:prstGeom>
          <a:solidFill>
            <a:srgbClr val="19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Q4 (10~12월)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2121"/>
                </a:solidFill>
              </a:defRPr>
            </a:pPr>
            <a:r>
              <a:t>정식 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5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앱스토어 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59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1,000명 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• BM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2121"/>
                </a:solidFill>
              </a:defRPr>
            </a:pPr>
            <a:r>
              <a:t>🎯 주요 마일스톤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62FF"/>
                </a:solidFill>
              </a:defRPr>
            </a:pPr>
            <a:r>
              <a:t>3월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AR 프로토타입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62FF"/>
                </a:solidFill>
              </a:defRPr>
            </a:pPr>
            <a:r>
              <a:t>6월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MVP 테스트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62FF"/>
                </a:solidFill>
              </a:defRPr>
            </a:pPr>
            <a:r>
              <a:t>9월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베타 100명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62FF"/>
                </a:solidFill>
              </a:defRPr>
            </a:pPr>
            <a:r>
              <a:t>12월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</a:defRPr>
            </a:pPr>
            <a:r>
              <a:t>정식 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858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2년차: AR 안경 연동 (Meta Ray-Ban)  |  B2B 확장  |  글로벌 진출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자금 계획 (예비창업패키지 1억원)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인건비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737360"/>
            <a:ext cx="2926080" cy="36576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62FF"/>
                </a:solidFill>
              </a:defRPr>
            </a:pPr>
            <a: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4,000만원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</a:defRPr>
            </a:pPr>
            <a:r>
              <a:t>대표 인건비, 아르바이트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외주 개발비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697480"/>
            <a:ext cx="18288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2606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2,500만원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</a:defRPr>
            </a:pPr>
            <a:r>
              <a:t>AR 모듈, UI/UX,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API 비용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657600"/>
            <a:ext cx="731520" cy="36576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722"/>
                </a:solidFill>
              </a:defRPr>
            </a:pPr>
            <a: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1,000만원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77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</a:defRPr>
            </a:pPr>
            <a:r>
              <a:t>번역/음성인식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마케팅비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617720"/>
            <a:ext cx="1097280" cy="3657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C27B0"/>
                </a:solidFill>
              </a:defRPr>
            </a:pPr>
            <a: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1,500만원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</a:defRPr>
            </a:pPr>
            <a:r>
              <a:t>SNS 광고, 인플루언서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운영비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5577840"/>
            <a:ext cx="731520" cy="36576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5486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57575"/>
                </a:solidFill>
              </a:defRPr>
            </a:pPr>
            <a: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1,000만원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897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</a:defRPr>
            </a:pPr>
            <a:r>
              <a:t>서버, 기타 경비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6583680"/>
            <a:ext cx="1280160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67665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121"/>
                </a:solidFill>
              </a:defRPr>
            </a:pPr>
            <a:r>
              <a:t>💰 자금 조달: 예비창업패키지 1억  →  시드 투자 3억 (MVP 검증 후)  →  시리즈 A (PMF 달성 후)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리스크 &amp; 대응 방안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097280"/>
          </a:xfrm>
          <a:prstGeom prst="roundRect">
            <a:avLst/>
          </a:prstGeom>
          <a:solidFill>
            <a:srgbClr val="FFEBEE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t>🔧 기술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AR 기능 개발 지연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7772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✅ 대응 방안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외주 개발자 사전 확보</a:t>
            </a:r>
            <a:br/>
            <a:r>
              <a:t>스마트폰 AR 우선 (안경은 향후)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4114800" cy="1097280"/>
          </a:xfrm>
          <a:prstGeom prst="roundRect">
            <a:avLst/>
          </a:prstGeom>
          <a:solidFill>
            <a:srgbClr val="FFEBEE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</a:defRPr>
            </a:pPr>
            <a:r>
              <a:t>📈 시장 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사용자 확보 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926080"/>
            <a:ext cx="7772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✅ 대응 방안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383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기존 여행 커뮤니티 제휴</a:t>
            </a:r>
            <a:br/>
            <a:r>
              <a:t>인플루언서 마케팅 집중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4114800" cy="1097280"/>
          </a:xfrm>
          <a:prstGeom prst="roundRect">
            <a:avLst/>
          </a:prstGeom>
          <a:solidFill>
            <a:srgbClr val="FFEBE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7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96F3"/>
                </a:solidFill>
              </a:defRPr>
            </a:pPr>
            <a:r>
              <a:t>🏢 경쟁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5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대기업 유사 서비스 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5262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206240"/>
            <a:ext cx="7772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2976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✅ 대응 방안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663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그룹 여행 니치 시장 집중</a:t>
            </a:r>
            <a:br/>
            <a:r>
              <a:t>빠른 실행으로 선점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399"/>
            <a:ext cx="4114800" cy="1097280"/>
          </a:xfrm>
          <a:prstGeom prst="roundRect">
            <a:avLst/>
          </a:prstGeom>
          <a:solidFill>
            <a:srgbClr val="FFEBEE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778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27B0"/>
                </a:solidFill>
              </a:defRPr>
            </a:pPr>
            <a:r>
              <a:t>💰 자금 리스크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1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예창패 미선정 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8064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5486399"/>
            <a:ext cx="7772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5778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✅ 대응 방안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94359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</a:defRPr>
            </a:pPr>
            <a:r>
              <a:t>자체 자금으로 최소 MVP 완성</a:t>
            </a:r>
            <a:br/>
            <a:r>
              <a:t>다른 정부지원 재도전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8580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962FF"/>
                </a:solidFill>
              </a:defRPr>
            </a:pPr>
            <a:r>
              <a:t>💡 리스크를 인지하고 선제적으로 대응 방안을 준비하고 있습니다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Our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"언어가 달라도,</a:t>
            </a:r>
            <a:br/>
            <a:r>
              <a:t>전 세계 누구와도</a:t>
            </a:r>
            <a:br/>
            <a:r>
              <a:t>함께 여행하는 세상"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5029200"/>
            <a:ext cx="36576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Fryndo AR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5836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57575"/>
                </a:solidFill>
              </a:defRPr>
            </a:pPr>
            <a:r>
              <a:t>질문 있으시면 말씀해 주세요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</a:defRPr>
            </a:pPr>
            <a:r>
              <a:t>📧 [이메일]  |  📱 [전화번호]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