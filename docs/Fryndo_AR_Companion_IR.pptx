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2801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Fryndo AR Companion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언어가 달라도 함께 여행하는 AR 동행 서비스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09728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2801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해외여행, 이런 경험 있으시죠?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🗣️ 문제 1: 동행자와 말이 안 통해요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     다국적 그룹 여행 시 소통 단절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     기존 번역 앱은 1:1만 지원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📍 문제 2: 만나기로 한 장소에서 못 찾아요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     사람 많은 곳에서 서로 헤맴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🗺️ 문제 3: 낯선 도시에서 길을 잃어요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     지도 보느라 여행을 못 즐김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09728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2801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Fryndo AR Companion 솔루션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✅ 기능 1: 실시간 그룹 번역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     3명 이상 다국어 동시 번역, 음성 → 자막 실시간 표시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✅ 기능 2: AR 동행자 찾기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     카메라로 주변 스캔, "3시 방향 15m" AR 표시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✅ 기능 3: AR 길안내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     화면에 화살표 오버레이, 지도 안 봐도 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09728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2801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데모 시연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              🎬 데모 영상 삽입 위치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              (30초 ~ 1분 분량)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     * 앱 실행 → 그룹 번역 → AR 동행자 찾기 시연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09728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2801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시장 기회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🌍 TAM (전체 시장)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     글로벌 여행자: 연간 15억 명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🇰🇷 SAM (유효 시장)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     한국 출국자 + 방한 외국인: 4,500만 명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🎯 SOM (목표 시장)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     다국적 그룹 여행자: 100만 명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     1년차 목표: 1,000명 (0.1%)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09728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2801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비즈니스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💰 수익 구조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     무료 티어: 월 30분 번역 + 기본 AR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     Plus 구독: ₩9,900/월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     - 무제한 번역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     - 전체 AR 기능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📊 1년차 목표: 유료 전환 100명 → 월 99만원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09728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2801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왜 Fryndo인가?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94360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12121"/>
                </a:solidFill>
              </a:defRPr>
            </a:pPr>
            <a:r>
              <a:t>기존 번역 앱</a:t>
            </a:r>
          </a:p>
          <a:p>
            <a:pPr>
              <a:spcAft>
                <a:spcPts val="1200"/>
              </a:spcAft>
              <a:defRPr sz="2200">
                <a:solidFill>
                  <a:srgbClr val="212121"/>
                </a:solidFill>
              </a:defRPr>
            </a:pPr>
            <a:r>
              <a:t>• 1:1 번역만 지원</a:t>
            </a:r>
          </a:p>
          <a:p>
            <a:pPr>
              <a:spcAft>
                <a:spcPts val="1200"/>
              </a:spcAft>
              <a:defRPr sz="2200">
                <a:solidFill>
                  <a:srgbClr val="212121"/>
                </a:solidFill>
              </a:defRPr>
            </a:pPr>
            <a:r>
              <a:t>• 번역 기능만 제공</a:t>
            </a:r>
          </a:p>
          <a:p>
            <a:pPr>
              <a:spcAft>
                <a:spcPts val="1200"/>
              </a:spcAft>
              <a:defRPr sz="2200">
                <a:solidFill>
                  <a:srgbClr val="212121"/>
                </a:solidFill>
              </a:defRPr>
            </a:pPr>
            <a:r>
              <a:t>• 일회성 사용</a:t>
            </a:r>
          </a:p>
          <a:p>
            <a:pPr>
              <a:spcAft>
                <a:spcPts val="1200"/>
              </a:spcAft>
              <a:defRPr sz="2200">
                <a:solidFill>
                  <a:srgbClr val="212121"/>
                </a:solidFill>
              </a:defRPr>
            </a:pPr>
            <a:r>
              <a:t>• 범용 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1645920"/>
            <a:ext cx="5943600" cy="5486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962FF"/>
                </a:solidFill>
              </a:defRPr>
            </a:pPr>
            <a:r>
              <a:t>Fryndo AR Companion</a:t>
            </a:r>
          </a:p>
          <a:p>
            <a:pPr>
              <a:spcAft>
                <a:spcPts val="1200"/>
              </a:spcAft>
              <a:defRPr sz="2200">
                <a:solidFill>
                  <a:srgbClr val="2962FF"/>
                </a:solidFill>
              </a:defRPr>
            </a:pPr>
            <a:r>
              <a:t>✓ 그룹 번역 지원</a:t>
            </a:r>
          </a:p>
          <a:p>
            <a:pPr>
              <a:spcAft>
                <a:spcPts val="1200"/>
              </a:spcAft>
              <a:defRPr sz="2200">
                <a:solidFill>
                  <a:srgbClr val="2962FF"/>
                </a:solidFill>
              </a:defRPr>
            </a:pPr>
            <a:r>
              <a:t>✓ 동행 매칭 + 번역 + AR 통합</a:t>
            </a:r>
          </a:p>
          <a:p>
            <a:pPr>
              <a:spcAft>
                <a:spcPts val="1200"/>
              </a:spcAft>
              <a:defRPr sz="2200">
                <a:solidFill>
                  <a:srgbClr val="2962FF"/>
                </a:solidFill>
              </a:defRPr>
            </a:pPr>
            <a:r>
              <a:t>✓ 커뮤니티 기반 재사용</a:t>
            </a:r>
          </a:p>
          <a:p>
            <a:pPr>
              <a:spcAft>
                <a:spcPts val="1200"/>
              </a:spcAft>
              <a:defRPr sz="2200">
                <a:solidFill>
                  <a:srgbClr val="2962FF"/>
                </a:solidFill>
              </a:defRPr>
            </a:pPr>
            <a:r>
              <a:t>✓ 여행 특화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09728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2801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팀 소개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👤 대표 / 개발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     • React Native, Node.js 풀스택 개발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     • Fryndo MVP 단독 개발 완료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🤝 협업 파트너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     • AR 개발: 전문 외주 협업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     • UI/UX 디자인: 크몽/숨고 활용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💪 강점: 이미 검증된 MVP 보유, 빠른 실행력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09728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2801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1년 로드맵 &amp; 자금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📅 로드맵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     1~3월: 기반 구축 (AR 모듈, API 연동)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     4~6월: MVP 개발 (핵심 3기능)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     7~9월: 베타 테스트 (100명)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     10~12월: 정식 출시 (1,000명 목표)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💵 자금 사용 (1억원)</a:t>
            </a:r>
          </a:p>
          <a:p>
            <a:pPr>
              <a:spcAft>
                <a:spcPts val="1600"/>
              </a:spcAft>
              <a:defRPr sz="2400">
                <a:solidFill>
                  <a:srgbClr val="212121"/>
                </a:solidFill>
              </a:defRPr>
            </a:pPr>
            <a:r>
              <a:t>     인건비 40% | 외주개발 25% | API 10% | 마케팅 15% | 운영 10%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96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2801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i="1">
                <a:solidFill>
                  <a:srgbClr val="FFFFFF"/>
                </a:solidFill>
              </a:defRPr>
            </a:pPr>
            <a:r>
              <a:t>"언어가 달라도, 전 세계 누구와도 함께 여행하는 세상"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Fryndo AR Companion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400800"/>
            <a:ext cx="1280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FFFFFF"/>
                </a:solidFill>
              </a:defRPr>
            </a:pPr>
            <a:r>
              <a:t>감사합니다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